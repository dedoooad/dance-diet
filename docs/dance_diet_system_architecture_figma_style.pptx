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15DFE-4E5C-4703-F459-28B5C13DC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5DAB61-EA00-C907-17EF-3E378B3F2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6F8EDE-8C13-27A5-2E36-760A4116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41B804-26AA-632F-97DE-4E713942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5C4389-8A71-BBD8-4F51-943A22E6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43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2D82C-2D64-FE95-9163-A0BFFC5F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B4352-BF0D-B9EA-C5F7-8F6FA0C6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0F7F45-6359-3A12-4DE3-C3D5E7CC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F1A3E6-9E03-8DAB-EA47-832D6F0C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83C9A5-5AFE-4311-CC03-2DAEFFE7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97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84A12-40D3-DCCA-A7F8-AF7B543D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9E6BA3-039A-E913-4F8A-32C91AC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DFC2EC-9EC3-C8F8-E9A2-D2303838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BC684-B2F5-AB6B-1AC9-E0F6DD52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8F91D4-7E2F-70EF-9D06-F2D2DF84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07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E573A-6F21-42B1-B6A4-E34DB0A7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891F21-4330-9E4C-829D-AC937E7F5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8D4582-4CC5-2305-91A2-C960C3B0C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5944E-4292-221F-C171-A9E51782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4BC031-EC8C-513D-5F74-185611CE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2C275C-886A-0545-160B-2A408AE3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33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6C88F-62AC-02BA-9C45-0282E7894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CA57D2-A175-E177-E9B8-A5D4A31CA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142852-9268-D29F-D5E2-E7C3E5322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49B841-794C-ED38-6100-C971292D5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05650F-E089-6EBC-EF85-F74B9287B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10C00A-3B0B-B5AD-3F85-5433ECEB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85E8DC-D795-7E14-57A3-BD51AF6DF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9BD3D4-E79B-C521-10BE-A70EC24F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6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BCCC4-06F4-8755-39B4-2B96CF891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75C3C5-E78F-83D1-7D06-4D9E9CA0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A653D6-3D4A-A12A-BC00-90B956EE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C4F86E-13A0-AC48-8BA8-B6084939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04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C24A86-A4AA-6178-7F7F-DDFC6007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B799F7-E89E-4C92-C244-4D113B9B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FD5E46-C75D-057C-1B0F-472C9F83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78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C0BDEC-956F-2285-7BF3-CB9D9021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AFFF8-6C9E-D1EE-7926-E721C72FB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C19E01-1236-946C-70DA-47ECCD709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C40C92-9D55-F602-A575-499EC9E6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34BF2C-0AB8-64EA-6923-FFFF12D7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B0E0FE-2CE4-C0C4-140E-08837328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22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C1A0A-D66C-8D72-040C-2EFCA1A5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8EE90D-C90C-E7D0-F1CA-38DD490D2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2592C4-9784-7F03-7649-3548C64B4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E9295F-B538-AD93-6634-4E69F701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5A82C0-4171-36FE-EF04-3153BA57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B268C0-A717-C5EA-F9F9-DD33FAB9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16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E3A26-E67C-5351-0593-2C347B3E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45BD2D-5D16-45AE-7CBB-6D34175DA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3472D8-7318-B03C-7FA8-1C9675C2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77E14-6AF1-6313-3C83-623F3705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43D58-5E7F-56EE-4FFD-A45A5E54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01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BE64C5-CDB9-6B8C-61E3-C139BECF3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2CE036-DEDA-F810-4AFA-537E8590A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793AAC-44E9-7ED8-444D-DA9DC73ED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4156B4-B610-CABF-0246-495EF2B9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B68CF-A854-123C-EDA7-7C997F427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86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5D4E9B-F856-9431-7441-90A60EC0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46C946-F8B7-E0CD-1679-B3D802516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2C736-2032-80F3-8B1A-38B4C400D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D09C9-3982-4C24-93FA-B1346DEF106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7E34E1-1CE7-1835-50B8-260029CDE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ACB7D0-7335-6D4A-14F5-376CCA612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00989-6C28-49A3-9073-B97D935FE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22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6EF918-AA1C-137C-416E-34FB148FA1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>
                <a:solidFill>
                  <a:srgbClr val="4A3624"/>
                </a:solidFill>
                <a:latin typeface="Segoe UI" panose="020B0502040204020203" pitchFamily="34" charset="0"/>
              </a:rPr>
              <a:t>Dance Diet System Architecture</a:t>
            </a:r>
            <a:endParaRPr lang="ko-KR" altLang="en-US" sz="2800" b="1">
              <a:solidFill>
                <a:srgbClr val="4A362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CB2ED2-3073-8FE4-B3AD-0CD0BE4C3F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1800">
                <a:solidFill>
                  <a:srgbClr val="907A66"/>
                </a:solidFill>
                <a:latin typeface="Segoe UI" panose="020B0502040204020203" pitchFamily="34" charset="0"/>
              </a:rPr>
              <a:t>Client, backend, and AI server integration overview
Professor submission deck</a:t>
            </a:r>
            <a:endParaRPr lang="ko-KR" altLang="en-US" sz="1800">
              <a:solidFill>
                <a:srgbClr val="907A66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820274-8617-16C0-8869-E98F1DD1B7C0}"/>
              </a:ext>
            </a:extLst>
          </p:cNvPr>
          <p:cNvSpPr/>
          <p:nvPr/>
        </p:nvSpPr>
        <p:spPr>
          <a:xfrm>
            <a:off x="762000" y="4254500"/>
            <a:ext cx="5334000" cy="101600"/>
          </a:xfrm>
          <a:prstGeom prst="rect">
            <a:avLst/>
          </a:prstGeom>
          <a:solidFill>
            <a:srgbClr val="2B6C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81F2D-B197-6C7C-16FB-288804E53796}"/>
              </a:ext>
            </a:extLst>
          </p:cNvPr>
          <p:cNvSpPr txBox="1"/>
          <p:nvPr/>
        </p:nvSpPr>
        <p:spPr>
          <a:xfrm>
            <a:off x="762000" y="4699000"/>
            <a:ext cx="10414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100">
                <a:solidFill>
                  <a:srgbClr val="54402D"/>
                </a:solidFill>
                <a:latin typeface="Segoe UI" panose="020B0502040204020203" pitchFamily="34" charset="0"/>
              </a:rPr>
              <a:t>This deck summarizes the current repository split and the planned AI integration path based on the implemented codebase.</a:t>
            </a:r>
            <a:endParaRPr lang="ko-KR" altLang="en-US" sz="2100">
              <a:solidFill>
                <a:srgbClr val="5440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285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4ACBA0-A1C8-C21E-6AD3-DBC7B034CC1B}"/>
              </a:ext>
            </a:extLst>
          </p:cNvPr>
          <p:cNvSpPr txBox="1"/>
          <p:nvPr/>
        </p:nvSpPr>
        <p:spPr>
          <a:xfrm>
            <a:off x="431800" y="228600"/>
            <a:ext cx="1270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200" b="1">
                <a:solidFill>
                  <a:srgbClr val="4C3621"/>
                </a:solidFill>
                <a:latin typeface="Segoe UI" panose="020B0502040204020203" pitchFamily="34" charset="0"/>
              </a:rPr>
              <a:t>Integrated Architecture Diagram</a:t>
            </a:r>
            <a:endParaRPr lang="ko-KR" altLang="en-US" sz="2200" b="1">
              <a:solidFill>
                <a:srgbClr val="4C362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8DD41-3CE7-6E2D-F2E8-04CB81FEFE86}"/>
              </a:ext>
            </a:extLst>
          </p:cNvPr>
          <p:cNvSpPr txBox="1"/>
          <p:nvPr/>
        </p:nvSpPr>
        <p:spPr>
          <a:xfrm>
            <a:off x="431800" y="609600"/>
            <a:ext cx="1397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>
                <a:solidFill>
                  <a:srgbClr val="95826E"/>
                </a:solidFill>
                <a:latin typeface="Segoe UI" panose="020B0502040204020203" pitchFamily="34" charset="0"/>
              </a:rPr>
              <a:t>Current flows are solid lines. Planned extension paths are dashed lines.</a:t>
            </a:r>
            <a:endParaRPr lang="ko-KR" altLang="en-US" sz="1100">
              <a:solidFill>
                <a:srgbClr val="95826E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714D46-9891-3D87-9927-AD78842A81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1016000"/>
            <a:ext cx="113284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83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와이드스크린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Segoe UI</vt:lpstr>
      <vt:lpstr>Office 테마</vt:lpstr>
      <vt:lpstr>Dance Diet System Architecture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현수 이</dc:creator>
  <cp:lastModifiedBy>현수 이</cp:lastModifiedBy>
  <cp:revision>1</cp:revision>
  <dcterms:created xsi:type="dcterms:W3CDTF">2026-04-02T02:13:20Z</dcterms:created>
  <dcterms:modified xsi:type="dcterms:W3CDTF">2026-04-02T02:13:20Z</dcterms:modified>
</cp:coreProperties>
</file>